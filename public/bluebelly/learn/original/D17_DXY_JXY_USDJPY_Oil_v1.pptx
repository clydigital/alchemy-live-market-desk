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ce.com/forex/usdx" TargetMode="External"/><Relationship Id="rId2" Type="http://schemas.openxmlformats.org/officeDocument/2006/relationships/hyperlink" Target="https://www.tradingview.com/support/solutions/43000709178-what-does-tvc-stand-for-in-the-instrument-ticker/" TargetMode="External"/><Relationship Id="rId3" Type="http://schemas.openxmlformats.org/officeDocument/2006/relationships/hyperlink" Target="https://www.bis.org/publications/bulletin-124-monetary-policy-transmission-exchange-rates-role-currency-carry-trades" TargetMode="External"/><Relationship Id="rId4" Type="http://schemas.openxmlformats.org/officeDocument/2006/relationships/hyperlink" Target="https://www.eia.gov/energyexplained/oil-and-petroleum-products/refining-crude-oil-the-refining-process.php" TargetMode="External"/><Relationship Id="rId5" Type="http://schemas.openxmlformats.org/officeDocument/2006/relationships/hyperlink" Target="https://app.notion.com/p/409519b67a948186ad31cc87481d001b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THE CURRENCY PUZZLE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USDJPY, JXY, DXY and Oil: Who Is Leading?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currency quotes, measure the basket, identify the catalyst.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“STRONG DOLLAR” IS NOT ONE NUMBER.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pair, a constructed index and a commodity tell related but different stories.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FIRST TRANSLATION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USDJPY rising actually mean?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“Dollar/yen went up — does that mean the yen is stronger?”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More yen per US dollar means yen weakened against USD.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CURRENCY PAIR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Translate USDJPY without getting the sign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USDJPY ↑ → MORE JPY FOR $1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 = ¥145 → ¥150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exchange-rate example. USD rises and JPY falls against one another.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JXY is a different index; it is not guaranteed to equal minus USDJPY.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THREE DIFFERENT INSTRUMENTS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mix the market’s three lenses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ice · tvc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USDJPY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JPY per USD cross 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JXY / TVC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Provider-calculated yen strength index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DXY / USDX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ICE six-currency USD basket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USD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 trade-weighted dollar index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can look interchangeable while weights, sources and session details differ.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BASKET COMPOSITION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euro dominates the ICE dollar index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instructional illustration — NOT observed price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12848" y="2743200"/>
            <a:ext cx="7498080" cy="228600"/>
          </a:xfrm>
          <a:prstGeom prst="roundRect">
            <a:avLst>
              <a:gd name="adj" fmla="val 64000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2743200"/>
            <a:ext cx="6644452" cy="228600"/>
          </a:xfrm>
          <a:prstGeom prst="roundRect">
            <a:avLst>
              <a:gd name="adj" fmla="val 64000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57.6%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12848" y="3136392"/>
            <a:ext cx="7498080" cy="228600"/>
          </a:xfrm>
          <a:prstGeom prst="roundRect">
            <a:avLst>
              <a:gd name="adj" fmla="val 64000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12848" y="3136392"/>
            <a:ext cx="1568829" cy="228600"/>
          </a:xfrm>
          <a:prstGeom prst="roundRect">
            <a:avLst>
              <a:gd name="adj" fmla="val 64000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12848" y="3529584"/>
            <a:ext cx="7498080" cy="228600"/>
          </a:xfrm>
          <a:prstGeom prst="roundRect">
            <a:avLst>
              <a:gd name="adj" fmla="val 64000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12848" y="3529584"/>
            <a:ext cx="1372725" cy="228600"/>
          </a:xfrm>
          <a:prstGeom prst="roundRect">
            <a:avLst>
              <a:gd name="adj" fmla="val 64000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" y="3922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12848" y="3922776"/>
            <a:ext cx="7498080" cy="228600"/>
          </a:xfrm>
          <a:prstGeom prst="roundRect">
            <a:avLst>
              <a:gd name="adj" fmla="val 64000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3922776"/>
            <a:ext cx="1049731" cy="228600"/>
          </a:xfrm>
          <a:prstGeom prst="roundRect">
            <a:avLst>
              <a:gd name="adj" fmla="val 64000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3922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9848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212848" y="4315968"/>
            <a:ext cx="7498080" cy="228600"/>
          </a:xfrm>
          <a:prstGeom prst="roundRect">
            <a:avLst>
              <a:gd name="adj" fmla="val 64000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12848" y="4315968"/>
            <a:ext cx="484491" cy="228600"/>
          </a:xfrm>
          <a:prstGeom prst="roundRect">
            <a:avLst>
              <a:gd name="adj" fmla="val 64000"/>
            </a:avLst>
          </a:prstGeom>
          <a:solidFill>
            <a:srgbClr val="FF8C7D"/>
          </a:solidFill>
          <a:ln w="12700">
            <a:solidFill>
              <a:srgbClr val="FF8C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9848" y="4709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12848" y="4709160"/>
            <a:ext cx="7498080" cy="228600"/>
          </a:xfrm>
          <a:prstGeom prst="roundRect">
            <a:avLst>
              <a:gd name="adj" fmla="val 64000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12848" y="4709160"/>
            <a:ext cx="415278" cy="228600"/>
          </a:xfrm>
          <a:prstGeom prst="roundRect">
            <a:avLst>
              <a:gd name="adj" fmla="val 64000"/>
            </a:avLst>
          </a:prstGeom>
          <a:solidFill>
            <a:srgbClr val="667478"/>
          </a:solidFill>
          <a:ln w="12700">
            <a:solidFill>
              <a:srgbClr val="66747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21240" y="4709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ICE fixed-weight basket is not a global trade-weighted dollar benchmark.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THE YEN INDEX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JXY can contradict your USDJPY chart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tvc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PAIR-SPECIFIC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USDJPY reacts to both US and Japanese factors.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BASKET-BASED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yen index responds to JPY against several currencies.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PROVIDER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TVC symbols are calculated by TradingView; source can differ from exchange pricing.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the exact symbol, feed and index formula before using JXY as a test.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RATES AND CARRY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 US yields may support USDJPY — but not always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bis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YIELD PATH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Rising expected US-Japan rate spread can support USDJPY when other drivers are held fixed.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/ FLOW SHOCK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Risk-off, repatriation, hedging cost and leverage unwinds can dominate yield spreads.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observed USDJPY drop alone does not prove a yen-funded carry liquidation.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OIL-TO-FOREX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oil shock has several possible pathways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 / diesel 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cost or trade balance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↑?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 CPI transmission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bank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rate path changes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FX &amp; equities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policy and growth impact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 exporters and importers face different terms-of-trade effects; no fixed USDJPY rule.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DXY VERSUS OIL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an inverse USD–oil chart is not a law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DENOMINATION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dollar can raise local-currency commodity costs for some importing buyers.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SHOCK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War, refinery bottlenecks or shipping disruption can overwhelm the FX channel.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benchmark contract/tenor, product cracks and actual oil inventories.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CROSS-ASSET REGIMES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four different shocks could look like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GROWTH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Yields and USD may rise; oil demand and cyclicals conditional.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RISK-OFF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JPY and USD may both gain versus risk currencies; equities suffer.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 SUPPLY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Oil/product prices rise; inflation and growth channels compete.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SQUEEZE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JPY funding repaid; leveraged equities may be sold.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hypothesis templates, not correlations that always hold.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INDEPENDENT CHECKS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observation would distinguish the stories?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and Japan 2Y/10Y, real yields and repricing.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USDJPY, JXY, DXY and EURUSD same-clock changes.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Brent, diesel crack, physical/product stocks.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S&amp;P, credit spreads, volatility and cross-currency basis.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A PRICE DIVERGENCE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DXY down, 10Y up — explain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DXY decline; 10Y rises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yield vs breakeven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 index weight / supply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confirms or falsifies?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call every divergence a failed macro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YOUR CHART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structured 4H / daily cross-asset check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DXY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20EMA status and 50/100/200 envelopes.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JXY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yen strength against index definition.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YIELD CURVE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2Y–30Y and real/nominal decomposition.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3616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71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OIL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531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Brent, diesel crack and product inventory.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SPX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Trend/breadth and dominant equity earnings news.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 independent evidence before treating a technical break as a regime reversal.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DIRECTION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you separate pair, index and mechanism?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USDJPY 145 →150: which currency weakened?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JPY versus USD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DXY give equal weight to EUR and JPY?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oil ↑ guarantee JPY ↓ or yields ↑?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— conditional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answers are directional definitions, not trading signals.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 /   FREE FURTHER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Authoritative providers and research 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ICE DXY methodology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currency weights and index definition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TradingView TVC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Provider-calculated index warning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BIS FX carry study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effects and monetary policy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refining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supply differs from crude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14400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Cross-asset contextual macro framework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USDJPY, JXY, DXY and Oil: Who Is Leading?</dc:title>
  <dc:subject>Original lessons and clearly hypothetical examples; external references linked only.</dc:subject>
  <dc:creator>Bluebelly Learn editorial</dc:creator>
  <cp:lastModifiedBy>Bluebelly Learn editorial</cp:lastModifiedBy>
  <cp:revision>1</cp:revision>
  <dcterms:created xsi:type="dcterms:W3CDTF">2026-10-30T02:01:29Z</dcterms:created>
  <dcterms:modified xsi:type="dcterms:W3CDTF">2026-10-30T02:01:29Z</dcterms:modified>
</cp:coreProperties>
</file>